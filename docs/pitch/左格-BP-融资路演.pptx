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/ PRE-A  ·  融资路演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D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懂你的设计 Agent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AI 设计工作台：对话驱动无限画布 · Design Agent · 可自托管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recombyn.com  ·  github.com/recombyn/zuoge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09728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把「设计交付」从工具操作，升级为可对话、可协作、可落地的 Agent 工作台——结果直接可编辑，而不是一张不可改的图。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做个，设计从未如此简单。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09728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设计协作仍卡在「工具孤岛」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776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12801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生成不可编辑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 AI 出图是位图终点；改稿仍要重回传统设计软件手工重做。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9776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17320"/>
            <a:ext cx="91440" cy="12801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与画布割裂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聊天框与设计文件两套系统，无法在同一场景上规划、落笔、迭代。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9776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91440" cy="12801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企业数据不敢上云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品牌资产与客户稿件敏感；需要可自托管、可审计的本地化路径。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39776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834640"/>
            <a:ext cx="91440" cy="12801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生态难扩展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429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技能、模型、外部 IDE（如 Cursor）无法用同一合约读写同一项目。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 ·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09728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左格：画布即 Agent 的执行现场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2880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无限矢量画布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SceneDocument · SVG 节点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可缩放、可编辑、可导出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2011680" cy="2880360"/>
          </a:xfrm>
          <a:prstGeom prst="roundRect">
            <a:avLst>
              <a:gd name="adj" fmla="val 2727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2880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内核固定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→ Skill → tool_ops 落笔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2011680" cy="2880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开放合约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2880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读写同一项目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 / Skills 可扩展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1417320"/>
            <a:ext cx="2011680" cy="2880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可部署形态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2880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· Tauri 桌面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自托管全栈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 ·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09728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核心能力一览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310896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对话生成可编辑设计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海报 / 移动界面 / 网站结构 / 图片，直接落在画布节点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实时协作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Yjs 多端同编，团队共创同一场景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 画布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Cursor 等外部工具与内置 Agent 共用 tool_ops 合约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插件生态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Skill 包 + 画布插件，可打包分发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 + 商业双轨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OSS 自托管底座；Intelligence 等增值能力可商业化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 ·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09728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创意生产正从「工具订阅」转向「Agent 工作流」——可编辑、可协作、可私有化是决策关键。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全球设计 / 营销创作软件与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创意工具总盘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3246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中小团队 + 企业品牌设计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可触达的 Agent 工作台市场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96596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【待填】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3246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 24 个月可服务的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 / 私有化收入目标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 · Confidential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09728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我们如何不同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301752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纯出图 AI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传统设计工具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可编辑矢量结果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画布内 Agent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 / 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开源可自托管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 / 外部 IDE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实时协作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 ·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09728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商业化路径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2651760"/>
          </a:xfrm>
          <a:prstGeom prst="roundRect">
            <a:avLst>
              <a:gd name="adj" fmla="val 2069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云端订阅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/ 团队席位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额度 · 协作空间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 recombyn.com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9748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企业私有化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606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自托管部署与支持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品牌隔离 · SSO / 审计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合同年费 + 实施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Intelligence 增值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2606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高阶视觉智能能力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（闭源模块）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与开源内核解耦售卖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 · Confidential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09728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技术与产品壁垒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320040" cy="320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389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统一场景模型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3898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SceneDocument + tool_ops：Agent、MCP、协作写同一真相源，避免「聊天与文件两张皮」。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240280"/>
            <a:ext cx="320040" cy="320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5856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可配置 Agent 内核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固定管线 + Profile / Skills / 工具注册表——行为可产品化、可评测、可迭代。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358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944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开源飞轮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9443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社区插件与自托管降低获客成本；商业 Intelligence 吃高价值工作负载。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794760"/>
            <a:ext cx="320040" cy="320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130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3721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评测与工程化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3721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Agent eval / harness 体系，把「感觉好」变成可回归的质量基线。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 · Confidential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09728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进展与牵引（请填真实数据）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 / 活跃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645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【待填】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付费转化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0B122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645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09360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ARR / MRR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0B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【待填】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Star / Fork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278892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0B1220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【待填】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7472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POC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278892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【待填】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0936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NPS / 留存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 · Confidential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09728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&amp;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团队与路线图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776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核心团队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 / CEO — 【姓名·背景】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技术负责人 — 【姓名·背景】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/ 设计 — 【姓名·背景】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 / 天使 — 【待填】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77640" cy="3063240"/>
          </a:xfrm>
          <a:prstGeom prst="roundRect">
            <a:avLst>
              <a:gd name="adj" fmla="val 1791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18 个月重点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H1：产品体验打磨 · 付费闭环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H2：企业私有化与标杆客户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H3：插件生态与 MCP 开发者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持续：Agent 质量评测与模型路由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 · Confidential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09728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本轮融资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融资金额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D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【待填】万人民币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  【天使 / Pre-A】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  【待填】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出让  【待填】%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资金用途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20574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 Agent 质量 — 【%】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增长与品牌 — 【%】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企业销售与交付 — 【%】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算力与基础设施 — 【%】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团队扩充 — 【%】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 · Confidential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一起把设计做成 Agent 原生体验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左格 · zuoge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  recombyn.com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 recombyn.github.io/recombyn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 github.com/recombyn/zuoge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  【邮箱 / 微信】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左格 zuoge — 融资路演 BP</dc:title>
  <dc:subject>AI 设计 Agent · 开源工作台</dc:subject>
  <dc:creator>左格团队</dc:creator>
  <cp:lastModifiedBy>左格团队</cp:lastModifiedBy>
  <cp:revision>1</cp:revision>
  <dcterms:created xsi:type="dcterms:W3CDTF">2026-08-30T14:19:23Z</dcterms:created>
  <dcterms:modified xsi:type="dcterms:W3CDTF">2026-08-30T14:19:23Z</dcterms:modified>
</cp:coreProperties>
</file>